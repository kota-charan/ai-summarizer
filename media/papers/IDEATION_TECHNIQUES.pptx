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</p:sldMasterIdLst>
  <p:sldIdLst>
    <p:sldId id="335" r:id="rId2"/>
    <p:sldId id="257" r:id="rId3"/>
    <p:sldId id="334" r:id="rId4"/>
    <p:sldId id="332" r:id="rId5"/>
    <p:sldId id="260" r:id="rId6"/>
    <p:sldId id="261" r:id="rId7"/>
    <p:sldId id="262" r:id="rId8"/>
    <p:sldId id="331" r:id="rId9"/>
    <p:sldId id="264" r:id="rId10"/>
    <p:sldId id="265" r:id="rId11"/>
    <p:sldId id="33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BA32A50D-F51C-48F2-80EA-61309233AA4C}">
          <p14:sldIdLst>
            <p14:sldId id="335"/>
            <p14:sldId id="257"/>
            <p14:sldId id="334"/>
            <p14:sldId id="332"/>
            <p14:sldId id="260"/>
            <p14:sldId id="261"/>
            <p14:sldId id="262"/>
            <p14:sldId id="331"/>
            <p14:sldId id="264"/>
            <p14:sldId id="265"/>
            <p14:sldId id="336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6" d="100"/>
          <a:sy n="76" d="100"/>
        </p:scale>
        <p:origin x="-296" y="-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509872" y="0"/>
            <a:ext cx="13243109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6081656" y="-21511"/>
            <a:ext cx="4905488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6198795" y="-21511"/>
            <a:ext cx="46736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11154" y="2708476"/>
            <a:ext cx="4417807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11154" y="4421081"/>
            <a:ext cx="4413071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18325" y="1516829"/>
            <a:ext cx="28448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7320E2A7-DE9B-4632-939C-0D17614D255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0" name="Rectangle 49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071360" y="5719967"/>
            <a:ext cx="3775456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198795" y="5719967"/>
            <a:ext cx="858221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595EE9B-FF12-48EB-B649-76D96AE71869}" type="slidenum">
              <a:rPr lang="en-IN" smtClean="0"/>
              <a:t>‹#›</a:t>
            </a:fld>
            <a:endParaRPr lang="en-IN"/>
          </a:p>
        </p:txBody>
      </p:sp>
      <p:sp>
        <p:nvSpPr>
          <p:cNvPr id="89" name="Rectangle 88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0E2A7-DE9B-4632-939C-0D17614D255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EE9B-FF12-48EB-B649-76D96AE7186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194" y="2900830"/>
            <a:ext cx="8849957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8194" y="4267201"/>
            <a:ext cx="8849956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0E2A7-DE9B-4632-939C-0D17614D255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EE9B-FF12-48EB-B649-76D96AE7186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0E2A7-DE9B-4632-939C-0D17614D255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EE9B-FF12-48EB-B649-76D96AE71869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389888" y="2313432"/>
            <a:ext cx="4559808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2313431"/>
            <a:ext cx="4559808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2815" y="2316009"/>
            <a:ext cx="407619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961" y="2974695"/>
            <a:ext cx="4559808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82450" y="2316010"/>
            <a:ext cx="4074289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536" y="2974695"/>
            <a:ext cx="4559808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0E2A7-DE9B-4632-939C-0D17614D255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EE9B-FF12-48EB-B649-76D96AE7186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0E2A7-DE9B-4632-939C-0D17614D255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EE9B-FF12-48EB-B649-76D96AE7186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0E2A7-DE9B-4632-939C-0D17614D255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EE9B-FF12-48EB-B649-76D96AE7186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509872" y="0"/>
            <a:ext cx="13243109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6081656" y="-21511"/>
            <a:ext cx="4905488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6198795" y="-21510"/>
            <a:ext cx="46736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0E2A7-DE9B-4632-939C-0D17614D255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EE9B-FF12-48EB-B649-76D96AE71869}" type="slidenum">
              <a:rPr lang="en-IN" smtClean="0"/>
              <a:t>‹#›</a:t>
            </a:fld>
            <a:endParaRPr lang="en-IN"/>
          </a:p>
        </p:txBody>
      </p:sp>
      <p:sp>
        <p:nvSpPr>
          <p:cNvPr id="58" name="Rectangle 57"/>
          <p:cNvSpPr/>
          <p:nvPr/>
        </p:nvSpPr>
        <p:spPr>
          <a:xfrm>
            <a:off x="1207429" y="601884"/>
            <a:ext cx="4749676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7859" y="856527"/>
            <a:ext cx="4120587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88597" y="5724836"/>
            <a:ext cx="4658219" cy="365125"/>
          </a:xfrm>
        </p:spPr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9777" y="2657435"/>
            <a:ext cx="4406096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15456" y="4136994"/>
            <a:ext cx="4398379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509872" y="0"/>
            <a:ext cx="13243109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6081656" y="-21511"/>
            <a:ext cx="4905488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6198795" y="-21510"/>
            <a:ext cx="46736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1207429" y="601884"/>
            <a:ext cx="4749676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2565" y="2660904"/>
            <a:ext cx="4401312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0278" y="693795"/>
            <a:ext cx="4479497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12841" y="4133089"/>
            <a:ext cx="4400764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0E2A7-DE9B-4632-939C-0D17614D255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88597" y="5724836"/>
            <a:ext cx="4658219" cy="365125"/>
          </a:xfrm>
        </p:spPr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EE9B-FF12-48EB-B649-76D96AE7186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0E2A7-DE9B-4632-939C-0D17614D255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EE9B-FF12-48EB-B649-76D96AE7186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1030147"/>
            <a:ext cx="1979271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04395" y="1030147"/>
            <a:ext cx="7231605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0E2A7-DE9B-4632-939C-0D17614D255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EE9B-FF12-48EB-B649-76D96AE7186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406400" y="0"/>
            <a:ext cx="13243109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609600" y="333488"/>
            <a:ext cx="109728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6081656" y="-21511"/>
            <a:ext cx="4905488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6198795" y="-21510"/>
            <a:ext cx="46736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91320" y="1027664"/>
            <a:ext cx="9366325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91323" y="2323652"/>
            <a:ext cx="9036423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96517" y="22449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7320E2A7-DE9B-4632-939C-0D17614D255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188597" y="5852161"/>
            <a:ext cx="46695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98795" y="224492"/>
            <a:ext cx="17762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2595EE9B-FF12-48EB-B649-76D96AE71869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40528" y="1121092"/>
            <a:ext cx="7499759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UI/UX</a:t>
            </a:r>
          </a:p>
          <a:p>
            <a:pPr algn="ctr"/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PRESENTATION</a:t>
            </a:r>
          </a:p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TOPIC : IDEATION TECHNIQUES </a:t>
            </a:r>
          </a:p>
          <a:p>
            <a:pPr algn="ctr"/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241FA04284 – M. SIVA KUMAR</a:t>
            </a:r>
          </a:p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241FA04332- SK. AJMAL</a:t>
            </a:r>
          </a:p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241FA04323 – R. KHANISHQ VENKAT</a:t>
            </a:r>
          </a:p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241FA04335 – J. DEEPAK </a:t>
            </a:r>
          </a:p>
          <a:p>
            <a:pPr algn="ctr"/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467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0332"/>
            <a:ext cx="10515600" cy="1219200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IDEATION TECHNIQUES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99932"/>
            <a:ext cx="10515600" cy="533054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Ideation means generating many ideas to solve a problem. The goal is to think creatively, without judging ideas in the beginning.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Capturing Photo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photos are: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Blurry.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Taken at the wrong moment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lighting.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are not ready or blinking.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Ideas for Capturing Photos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 Best Shot Capture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Smile &amp; Voice Detection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Alert System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Countdown with Pose Guide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189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0332"/>
            <a:ext cx="10515600" cy="1219200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IDEATION TECHNIQUES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99932"/>
            <a:ext cx="10515600" cy="533054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Ideation Techniques: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Brainstorming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Crazy 8s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Mind Mapping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SCAMPER</a:t>
            </a:r>
          </a:p>
        </p:txBody>
      </p:sp>
    </p:spTree>
    <p:extLst>
      <p:ext uri="{BB962C8B-B14F-4D97-AF65-F5344CB8AC3E}">
        <p14:creationId xmlns:p14="http://schemas.microsoft.com/office/powerpoint/2010/main" val="3201143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1E8BE99-BE48-03D2-B987-75CA4FC8B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332C4F-210E-1344-BE84-BEA5B046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0332"/>
            <a:ext cx="10515600" cy="1219200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IDEATION TECHNIQUES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FC373A4-DC5E-8834-3D5D-D22B33128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9932"/>
            <a:ext cx="10515600" cy="533054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Brainstorming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Brainstorming is a group activity where participants share as many ideas as possible, without criticism.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belief is: More ideas = More chances of good solutions.</a:t>
            </a:r>
          </a:p>
          <a:p>
            <a:pPr marL="0" lv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 the problem.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a time limit (10–15 minutes).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Everyone writes or speaks ideas quickly.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judging, no rejecting.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all ideas on sticky notes /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FigJam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board.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and evaluate later.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EAD60EE0-EB18-073E-9AC5-744315306C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29" t="14943" r="7212" b="13287"/>
          <a:stretch/>
        </p:blipFill>
        <p:spPr>
          <a:xfrm>
            <a:off x="6602820" y="2879755"/>
            <a:ext cx="4944139" cy="355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753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1023211"/>
            <a:ext cx="4191353" cy="1103816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we improve the food ordering app?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Ideas might include: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ordering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 suggestion meals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One-click reorder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food recommendations</a:t>
            </a:r>
          </a:p>
          <a:p>
            <a:endParaRPr lang="en-IN" dirty="0"/>
          </a:p>
        </p:txBody>
      </p:sp>
      <p:pic>
        <p:nvPicPr>
          <p:cNvPr id="3074" name="Picture 2" descr="7 Tips for Successful Brainstorm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7523" y="1717731"/>
            <a:ext cx="4527309" cy="4474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2654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49439"/>
            <a:ext cx="10515600" cy="1331153"/>
          </a:xfrm>
        </p:spPr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Crazy 8s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4730"/>
            <a:ext cx="10515600" cy="47722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Crazy 8s?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Crazy 8s is a rapid sketching technique where a person draws 8 different ideas in 8 minutes.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pushes creativity and forces quick thinking.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an A4 sheet and fold into 8 equal boxes.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a timer for 8 minutes.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each box, sketch one idea.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worry about perfection, focus on variety.</a:t>
            </a:r>
          </a:p>
          <a:p>
            <a:pPr marL="0" lv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a login page → Draw 8 different layouts in 8 minutes.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098" name="Picture 2" descr="Crazy 8's | Figm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904" y="2565003"/>
            <a:ext cx="4622429" cy="3006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1708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12363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Mind Mapping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0609" y="1062762"/>
            <a:ext cx="10515600" cy="47324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Mind mapping is a visual technique to show connections between ideas. You start with a central problem and create branches of related ideas.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the main problem in the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branches for categories (features, pain points, solutions).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sub-ideas around each branch.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the map until all thoughts are covered.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124" name="Picture 4" descr="How to Use Mind Maps for Personal Productivity [Stop Overwhelm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3249" y="3355176"/>
            <a:ext cx="4681220" cy="332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126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2944" t="6237" r="13509" b="7096"/>
          <a:stretch/>
        </p:blipFill>
        <p:spPr>
          <a:xfrm>
            <a:off x="1" y="1"/>
            <a:ext cx="1182820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123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24151"/>
            <a:ext cx="10515600" cy="1325563"/>
          </a:xfrm>
        </p:spPr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SCAMPER Technique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3352"/>
            <a:ext cx="10515600" cy="48119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SCAMPER is a checklist-based method used to modify an existing idea creatively.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SCAMPER stands for:</a:t>
            </a:r>
          </a:p>
          <a:p>
            <a:pPr marL="0" lv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–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Substitute</a:t>
            </a:r>
          </a:p>
          <a:p>
            <a:pPr marL="0" lv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–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</a:t>
            </a:r>
          </a:p>
          <a:p>
            <a:pPr marL="0" lv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–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</a:t>
            </a:r>
          </a:p>
          <a:p>
            <a:pPr marL="0" lv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–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</a:t>
            </a:r>
          </a:p>
          <a:p>
            <a:pPr marL="0" lv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–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 to another use</a:t>
            </a:r>
          </a:p>
          <a:p>
            <a:pPr marL="0" lv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–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</a:t>
            </a:r>
          </a:p>
          <a:p>
            <a:pPr marL="0" lv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–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each SCAMPER question to think of new versions of your idea.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369" y="1849713"/>
            <a:ext cx="3840265" cy="371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765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2755" y="348156"/>
            <a:ext cx="9366325" cy="1143000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Breakdown: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897" y="1102550"/>
            <a:ext cx="10515600" cy="5063780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8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 – Substitute</a:t>
            </a:r>
            <a:r>
              <a:rPr lang="en-IN" sz="8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Replace something with a better alternative. Example: Paper tickets → Mobile QR tickets.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8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 – Combine</a:t>
            </a:r>
            <a:r>
              <a:rPr lang="en-IN" sz="8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Join two ideas to make something new. Example: Camera + Payment = Scan &amp; Pay.</a:t>
            </a:r>
            <a:endParaRPr lang="en-IN" sz="8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8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– Adapt</a:t>
            </a:r>
            <a:r>
              <a:rPr lang="en-IN" sz="8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Borrow ideas from another context.  Example: Stories feature adapted from Snapchat → Instagram → LinkedIn.</a:t>
            </a:r>
            <a:endParaRPr lang="en-IN" sz="8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8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 – Modify</a:t>
            </a:r>
            <a:r>
              <a:rPr lang="en-IN" sz="8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Change size, shape, </a:t>
            </a:r>
            <a:r>
              <a:rPr lang="en-IN" sz="8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lang="en-IN" sz="8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or features. Example: Increase the font size for better readability.</a:t>
            </a:r>
            <a:endParaRPr lang="en-IN" sz="8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8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 – Put to Another Use</a:t>
            </a:r>
            <a:r>
              <a:rPr lang="en-IN" sz="8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Use the product for a new purpose. Example: Google Maps used for tracking delivery partners.</a:t>
            </a:r>
            <a:endParaRPr lang="en-IN" sz="8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8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 – Eliminate</a:t>
            </a:r>
            <a:r>
              <a:rPr lang="en-IN" sz="8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Remove unnecessary steps. Example: Removing sign-up step → Login with Google/Phone OTP.</a:t>
            </a:r>
            <a:endParaRPr lang="en-IN" sz="8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8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 – Reverse</a:t>
            </a:r>
            <a:r>
              <a:rPr lang="en-IN" sz="8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Reverse order or direction of the process. Example: Instead of restaurant choosing the rider → rider chooses nearest order.</a:t>
            </a:r>
            <a:endParaRPr lang="en-IN" sz="8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285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0042" y="2822907"/>
            <a:ext cx="9366325" cy="1143000"/>
          </a:xfrm>
        </p:spPr>
        <p:txBody>
          <a:bodyPr/>
          <a:lstStyle/>
          <a:p>
            <a:pPr algn="ctr"/>
            <a:r>
              <a:rPr lang="en-US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41097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803</TotalTime>
  <Words>577</Words>
  <Application>Microsoft Office PowerPoint</Application>
  <PresentationFormat>Custom</PresentationFormat>
  <Paragraphs>86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Austin</vt:lpstr>
      <vt:lpstr>PowerPoint Presentation</vt:lpstr>
      <vt:lpstr>IDEATION TECHNIQUES </vt:lpstr>
      <vt:lpstr>IDEATION TECHNIQUES </vt:lpstr>
      <vt:lpstr>IDEATION TECHNIQUES </vt:lpstr>
      <vt:lpstr>Example: </vt:lpstr>
      <vt:lpstr>2. Crazy 8s </vt:lpstr>
      <vt:lpstr>3. Mind Mapping </vt:lpstr>
      <vt:lpstr>PowerPoint Presentation</vt:lpstr>
      <vt:lpstr>4. SCAMPER Technique </vt:lpstr>
      <vt:lpstr>Detailed Breakdown: 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</dc:title>
  <dc:creator>VyshnaviK</dc:creator>
  <cp:lastModifiedBy>LENOVO</cp:lastModifiedBy>
  <cp:revision>51</cp:revision>
  <dcterms:created xsi:type="dcterms:W3CDTF">2025-12-12T04:20:33Z</dcterms:created>
  <dcterms:modified xsi:type="dcterms:W3CDTF">2026-04-16T08:45:19Z</dcterms:modified>
</cp:coreProperties>
</file>